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dd410e9ecf4523" /><Relationship Type="http://schemas.openxmlformats.org/officeDocument/2006/relationships/extended-properties" Target="/docProps/app.xml" Id="R7993071cd7da40b4" /><Relationship Type="http://schemas.openxmlformats.org/officeDocument/2006/relationships/officeDocument" Target="/ppt/presentation.xml" Id="Rc2ac6d668c8d45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39f6bc42f74542"/>
  </p:sldMasterIdLst>
  <p:notesMasterIdLst>
    <p:notesMasterId xmlns:r="http://schemas.openxmlformats.org/officeDocument/2006/relationships" r:id="Reb4098e3446742d3"/>
  </p:notesMasterIdLst>
  <p:sldIdLst>
    <p:sldId xmlns:r="http://schemas.openxmlformats.org/officeDocument/2006/relationships" id="256" r:id="R7035e15bb66441c1"/>
    <p:sldId xmlns:r="http://schemas.openxmlformats.org/officeDocument/2006/relationships" id="257" r:id="R79cadee73af148d1"/>
    <p:sldId xmlns:r="http://schemas.openxmlformats.org/officeDocument/2006/relationships" id="258" r:id="R61a3d41862d14167"/>
    <p:sldId xmlns:r="http://schemas.openxmlformats.org/officeDocument/2006/relationships" id="259" r:id="R18e2bae1360d4ecb"/>
    <p:sldId xmlns:r="http://schemas.openxmlformats.org/officeDocument/2006/relationships" id="260" r:id="R94580180b7034b22"/>
    <p:sldId xmlns:r="http://schemas.openxmlformats.org/officeDocument/2006/relationships" id="261" r:id="R0879608e3aac499f"/>
    <p:sldId xmlns:r="http://schemas.openxmlformats.org/officeDocument/2006/relationships" id="262" r:id="R04fb2ea66d954d3b"/>
    <p:sldId xmlns:r="http://schemas.openxmlformats.org/officeDocument/2006/relationships" id="263" r:id="Red9af9600b694028"/>
    <p:sldId xmlns:r="http://schemas.openxmlformats.org/officeDocument/2006/relationships" id="264" r:id="Rd31578efcd3b4cdc"/>
    <p:sldId xmlns:r="http://schemas.openxmlformats.org/officeDocument/2006/relationships" id="265" r:id="Rfc6db87598cf4d1e"/>
    <p:sldId xmlns:r="http://schemas.openxmlformats.org/officeDocument/2006/relationships" id="266" r:id="R740fd7718fcb40e0"/>
    <p:sldId xmlns:r="http://schemas.openxmlformats.org/officeDocument/2006/relationships" id="267" r:id="R033756fdddfa4157"/>
    <p:sldId xmlns:r="http://schemas.openxmlformats.org/officeDocument/2006/relationships" id="268" r:id="R8a2754ed74004116"/>
    <p:sldId xmlns:r="http://schemas.openxmlformats.org/officeDocument/2006/relationships" id="269" r:id="Rd94484af48a34bb1"/>
    <p:sldId xmlns:r="http://schemas.openxmlformats.org/officeDocument/2006/relationships" id="270" r:id="R512729b011534090"/>
    <p:sldId xmlns:r="http://schemas.openxmlformats.org/officeDocument/2006/relationships" id="271" r:id="R74144482d4da422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9f6bc42f74542" /><Relationship Type="http://schemas.openxmlformats.org/officeDocument/2006/relationships/theme" Target="/ppt/theme/theme1.xml" Id="R44c95847cadf4ce1" /><Relationship Type="http://schemas.openxmlformats.org/officeDocument/2006/relationships/notesMaster" Target="/ppt/notesMasters/notesMaster1.xml" Id="Reb4098e3446742d3" /><Relationship Type="http://schemas.openxmlformats.org/officeDocument/2006/relationships/presProps" Target="/ppt/presProps.xml" Id="R794ac40083bf4edd" /><Relationship Type="http://schemas.openxmlformats.org/officeDocument/2006/relationships/viewProps" Target="/ppt/viewProps.xml" Id="Re1bfd20bca144f52" /><Relationship Type="http://schemas.openxmlformats.org/officeDocument/2006/relationships/tableStyles" Target="/ppt/tableStyles.xml" Id="R1404941d9f90497c" /><Relationship Type="http://schemas.openxmlformats.org/officeDocument/2006/relationships/slide" Target="/ppt/slides/slide1.xml" Id="R7035e15bb66441c1" /><Relationship Type="http://schemas.openxmlformats.org/officeDocument/2006/relationships/slide" Target="/ppt/slides/slide2.xml" Id="R79cadee73af148d1" /><Relationship Type="http://schemas.openxmlformats.org/officeDocument/2006/relationships/slide" Target="/ppt/slides/slide3.xml" Id="R61a3d41862d14167" /><Relationship Type="http://schemas.openxmlformats.org/officeDocument/2006/relationships/slide" Target="/ppt/slides/slide4.xml" Id="R18e2bae1360d4ecb" /><Relationship Type="http://schemas.openxmlformats.org/officeDocument/2006/relationships/slide" Target="/ppt/slides/slide5.xml" Id="R94580180b7034b22" /><Relationship Type="http://schemas.openxmlformats.org/officeDocument/2006/relationships/slide" Target="/ppt/slides/slide6.xml" Id="R0879608e3aac499f" /><Relationship Type="http://schemas.openxmlformats.org/officeDocument/2006/relationships/slide" Target="/ppt/slides/slide7.xml" Id="R04fb2ea66d954d3b" /><Relationship Type="http://schemas.openxmlformats.org/officeDocument/2006/relationships/slide" Target="/ppt/slides/slide8.xml" Id="Red9af9600b694028" /><Relationship Type="http://schemas.openxmlformats.org/officeDocument/2006/relationships/slide" Target="/ppt/slides/slide9.xml" Id="Rd31578efcd3b4cdc" /><Relationship Type="http://schemas.openxmlformats.org/officeDocument/2006/relationships/slide" Target="/ppt/slides/slide10.xml" Id="Rfc6db87598cf4d1e" /><Relationship Type="http://schemas.openxmlformats.org/officeDocument/2006/relationships/slide" Target="/ppt/slides/slide11.xml" Id="R740fd7718fcb40e0" /><Relationship Type="http://schemas.openxmlformats.org/officeDocument/2006/relationships/slide" Target="/ppt/slides/slide12.xml" Id="R033756fdddfa4157" /><Relationship Type="http://schemas.openxmlformats.org/officeDocument/2006/relationships/slide" Target="/ppt/slides/slide13.xml" Id="R8a2754ed74004116" /><Relationship Type="http://schemas.openxmlformats.org/officeDocument/2006/relationships/slide" Target="/ppt/slides/slide14.xml" Id="Rd94484af48a34bb1" /><Relationship Type="http://schemas.openxmlformats.org/officeDocument/2006/relationships/slide" Target="/ppt/slides/slide15.xml" Id="R512729b011534090" /><Relationship Type="http://schemas.openxmlformats.org/officeDocument/2006/relationships/slide" Target="/ppt/slides/slide16.xml" Id="R74144482d4da42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49a8e699d1b4e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b4c1502894485c" /><Relationship Type="http://schemas.openxmlformats.org/officeDocument/2006/relationships/notesMaster" Target="/ppt/notesMasters/notesMaster1.xml" Id="R7f0489bcddfd40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11fb6e530c44c0" /><Relationship Type="http://schemas.openxmlformats.org/officeDocument/2006/relationships/notesMaster" Target="/ppt/notesMasters/notesMaster1.xml" Id="R14af3ba0af374f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2cee34483d46a0" /><Relationship Type="http://schemas.openxmlformats.org/officeDocument/2006/relationships/notesMaster" Target="/ppt/notesMasters/notesMaster1.xml" Id="R618a174df5dd47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4188523e6240c8" /><Relationship Type="http://schemas.openxmlformats.org/officeDocument/2006/relationships/notesMaster" Target="/ppt/notesMasters/notesMaster1.xml" Id="Rb1edad9d834e45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f7e19f16214366" /><Relationship Type="http://schemas.openxmlformats.org/officeDocument/2006/relationships/notesMaster" Target="/ppt/notesMasters/notesMaster1.xml" Id="R6664bca654d84d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9ec4ce3e8d4099" /><Relationship Type="http://schemas.openxmlformats.org/officeDocument/2006/relationships/notesMaster" Target="/ppt/notesMasters/notesMaster1.xml" Id="R6c852150ff6c46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d90b1a9ac14e1d" /><Relationship Type="http://schemas.openxmlformats.org/officeDocument/2006/relationships/notesMaster" Target="/ppt/notesMasters/notesMaster1.xml" Id="Rd58afc81a1be4e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6427b728a04a57" /><Relationship Type="http://schemas.openxmlformats.org/officeDocument/2006/relationships/notesMaster" Target="/ppt/notesMasters/notesMaster1.xml" Id="R64336c512f3042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019f3ceeca4948" /><Relationship Type="http://schemas.openxmlformats.org/officeDocument/2006/relationships/notesMaster" Target="/ppt/notesMasters/notesMaster1.xml" Id="Rdab1861e656e41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3ac759d51a4fed" /><Relationship Type="http://schemas.openxmlformats.org/officeDocument/2006/relationships/notesMaster" Target="/ppt/notesMasters/notesMaster1.xml" Id="Rab78e6783dca49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40800fa0ad4276" /><Relationship Type="http://schemas.openxmlformats.org/officeDocument/2006/relationships/notesMaster" Target="/ppt/notesMasters/notesMaster1.xml" Id="R2d6bb6c6ad7245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9829579754402a" /><Relationship Type="http://schemas.openxmlformats.org/officeDocument/2006/relationships/notesMaster" Target="/ppt/notesMasters/notesMaster1.xml" Id="R8eb6fe46714c47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c203c914a34d77" /><Relationship Type="http://schemas.openxmlformats.org/officeDocument/2006/relationships/notesMaster" Target="/ppt/notesMasters/notesMaster1.xml" Id="R954f7dfef40249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da9b012c29440e" /><Relationship Type="http://schemas.openxmlformats.org/officeDocument/2006/relationships/notesMaster" Target="/ppt/notesMasters/notesMaster1.xml" Id="Rfd5284c6865941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ac874304a0448e" /><Relationship Type="http://schemas.openxmlformats.org/officeDocument/2006/relationships/notesMaster" Target="/ppt/notesMasters/notesMaster1.xml" Id="Rae2dd95824ca4dc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40aac177e764d97" /><Relationship Type="http://schemas.openxmlformats.org/officeDocument/2006/relationships/notesMaster" Target="/ppt/notesMasters/notesMaster1.xml" Id="Ra5e2bc5084e043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c9e8e290be462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461331a9c364d5b" /><Relationship Type="http://schemas.openxmlformats.org/officeDocument/2006/relationships/slideLayout" Target="/ppt/slideLayouts/slideLayout2.xml" Id="R469bff4a8d6d4b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9bff4a8d6d4b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21a3a3b63e47bf" /><Relationship Type="http://schemas.openxmlformats.org/officeDocument/2006/relationships/image" Target="/ppt/media/image.png" Id="Re3d4a61c9fad4262" /><Relationship Type="http://schemas.openxmlformats.org/officeDocument/2006/relationships/notesSlide" Target="/ppt/notesSlides/notesSlide1.xml" Id="Re1f3813d3b9f4d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9f8fb0669a47fb" /><Relationship Type="http://schemas.openxmlformats.org/officeDocument/2006/relationships/notesSlide" Target="/ppt/notesSlides/notesSlide2.xml" Id="Rb4d088d0e53d43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57ab2010824d38" /><Relationship Type="http://schemas.openxmlformats.org/officeDocument/2006/relationships/notesSlide" Target="/ppt/notesSlides/notesSlide3.xml" Id="Ra394fc9dc31b41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5a0fb943a246d2" /><Relationship Type="http://schemas.openxmlformats.org/officeDocument/2006/relationships/notesSlide" Target="/ppt/notesSlides/notesSlide4.xml" Id="R4c047cb9bd434c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c465359aab4d54" /><Relationship Type="http://schemas.openxmlformats.org/officeDocument/2006/relationships/notesSlide" Target="/ppt/notesSlides/notesSlide5.xml" Id="R46cb9a5a9d8f48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d7f9f5d3b94773" /><Relationship Type="http://schemas.openxmlformats.org/officeDocument/2006/relationships/notesSlide" Target="/ppt/notesSlides/notesSlide6.xml" Id="R1a5f1bd0340f42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816cb6edc14884" /><Relationship Type="http://schemas.openxmlformats.org/officeDocument/2006/relationships/image" Target="/ppt/media/image2.png" Id="Rab81ce5f9fd4479e" /><Relationship Type="http://schemas.openxmlformats.org/officeDocument/2006/relationships/notesSlide" Target="/ppt/notesSlides/notesSlide7.xml" Id="Rdab17fe881ac4a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6df9472fc5451a" /><Relationship Type="http://schemas.openxmlformats.org/officeDocument/2006/relationships/notesSlide" Target="/ppt/notesSlides/notesSlide8.xml" Id="R1a3a104408564a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a97e9e5c4743f6" /><Relationship Type="http://schemas.openxmlformats.org/officeDocument/2006/relationships/image" Target="/ppt/media/image3.png" Id="Rc76e4254597c433d" /><Relationship Type="http://schemas.openxmlformats.org/officeDocument/2006/relationships/image" Target="/ppt/media/image4.png" Id="R533351828c6142f9" /><Relationship Type="http://schemas.openxmlformats.org/officeDocument/2006/relationships/notesSlide" Target="/ppt/notesSlides/notesSlide9.xml" Id="Rd521c4247b2947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d6c62f80224f83" /><Relationship Type="http://schemas.openxmlformats.org/officeDocument/2006/relationships/notesSlide" Target="/ppt/notesSlides/notesSlide10.xml" Id="R89b07f4e661c45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bb1f303b8d4947" /><Relationship Type="http://schemas.openxmlformats.org/officeDocument/2006/relationships/notesSlide" Target="/ppt/notesSlides/notesSlide11.xml" Id="Racdbf8759bc34a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5a27f10c2e4c22" /><Relationship Type="http://schemas.openxmlformats.org/officeDocument/2006/relationships/image" Target="/ppt/media/image5.png" Id="R4d245c596fcc4a79" /><Relationship Type="http://schemas.openxmlformats.org/officeDocument/2006/relationships/notesSlide" Target="/ppt/notesSlides/notesSlide12.xml" Id="R24f006dd2ad046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ef1d0142734c98" /><Relationship Type="http://schemas.openxmlformats.org/officeDocument/2006/relationships/image" Target="/ppt/media/image6.png" Id="R5f7ab1e97ca14408" /><Relationship Type="http://schemas.openxmlformats.org/officeDocument/2006/relationships/notesSlide" Target="/ppt/notesSlides/notesSlide13.xml" Id="R58a08867a82241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5b26673661420a" /><Relationship Type="http://schemas.openxmlformats.org/officeDocument/2006/relationships/image" Target="/ppt/media/image7.png" Id="R9a505728f3054a58" /><Relationship Type="http://schemas.openxmlformats.org/officeDocument/2006/relationships/notesSlide" Target="/ppt/notesSlides/notesSlide14.xml" Id="R9d75e3ba432049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7d0db3ebe1431c" /><Relationship Type="http://schemas.openxmlformats.org/officeDocument/2006/relationships/notesSlide" Target="/ppt/notesSlides/notesSlide15.xml" Id="Rb7c629ad857e4b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0097b113084e12" /><Relationship Type="http://schemas.openxmlformats.org/officeDocument/2006/relationships/notesSlide" Target="/ppt/notesSlides/notesSlide16.xml" Id="R09050f7d385b4c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8C55F1-572A-491C-A292-C685DD7D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0DAA8-EC99-4694-B92A-54B92667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3588E-3A64-4728-A778-5EA1E47E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EMSI PassionMatch - PFA Developpement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57E2D-7527-4457-91D9-D117BF0A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2865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96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BF3FC-448F-4EB9-B4F1-01358E2F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203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4a61c9fad4262"/>
          <a:stretch xmlns:a="http://schemas.openxmlformats.org/drawingml/2006/main"/>
        </p:blipFill>
        <p:spPr>
          <a:xfrm xmlns:a="http://schemas.openxmlformats.org/drawingml/2006/main">
            <a:off x="647700" y="49530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015D451-36F4-46AB-A548-138747E6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0EF73E4-C7E8-4324-9CD6-E335160D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PFA - DEVELOPPEMENT MOBILE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BD693-2078-494E-8982-8CBC765D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rPr>
              <a:t>EMSI PassionMatch: application mobile d'orientation intelligente.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4F405-A8A2-4FB2-BCB2-8716B27F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685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Quiz dynamique, backend Express/MongoDB, score radar, GPS/Maps, camera, micro et assistant IA Ollama.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F6978-9C70-46D5-99F6-1F8BCE6B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1466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F418D-2F0E-46E9-9623-228942F2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650A3-BE58-4081-83BC-62EC9546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47925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chapitres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BC63B-BE3F-41B3-90ED-C572E80B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479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plan du rapport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06060-B171-4AC1-8A87-00E8A72F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466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935FB-6D46-4D58-97B4-6568E068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0955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EE540-CEC2-4541-8C5B-1F83264F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47925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ameliorations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605CB-0E75-4C36-9FFA-7BBEE1D1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6479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bareme PFA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E380BE-84D3-44A8-8682-32EE64B4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1466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7D56B9-2022-4B60-8DD8-6F5AFC39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004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BF1409-6CAA-49E7-9CA9-8FE3E6E4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52825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filieres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3B6EF3-B781-489B-B1CC-D359B3DE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528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IIR, IAII, GESI...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E28FF-8CB0-49EE-A8BB-E99D228C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05150"/>
            <a:ext cx="1466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E2C6C-00CB-4A47-9785-86B84215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004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NoSQL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8C0583-1B99-4887-89AC-EE026C37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52825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B8F66C-3C7D-4003-805C-F34AA775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7528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MongoDB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8D6C1E-66C2-478F-A044-F047737B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Realise par Oussama BOUKENZE - 2025/2026</a:t>
            </a:r>
          </a:p>
        </p:txBody>
      </p:sp>
    </p:spTree>
    <p:extLst>
      <p:ext uri="{BB962C8B-B14F-4D97-AF65-F5344CB8AC3E}">
        <p14:creationId xmlns:p14="http://schemas.microsoft.com/office/powerpoint/2010/main" val="7684293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C0DCBB-9D67-4DA8-B2A3-D6722556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20924-37BB-4BB6-BD1A-B93580A0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17986-E30A-4B53-84A9-3BB39908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EMSI PassionMatch - PFA Developpement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568DF-EDE0-43D9-8502-084807A0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2865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96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0561A-7E73-4E74-927A-B63C69A4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203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CB8DA2C-BC00-4263-BF21-A6FF20D2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9E79034-4318-4302-B0F4-6AFA242E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PLAN DE LA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BE96F-F900-434C-8912-89DFE126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rPr>
              <a:t>La soutenance suit le meme fil que le rapport demande dans les images.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9CE38-B40E-466A-8DE2-DC032E69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FC78F-2B80-49BD-84E0-66EEB639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76967-93E0-48FA-8358-9903108D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866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Introduction generale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46DCA-C464-40D3-919A-F08DE5D5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526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idee du projet et objectif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C3E22-1ED3-408B-9916-068DBD70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19350"/>
            <a:ext cx="802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9C5A1-0738-4770-A7E2-4BC5B7F5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A349B-B850-4154-BD01-EC188FEA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F7AD1-11B5-45CC-8357-B21CB574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765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Chapitre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AB3B9-51DE-4B57-9690-45DD2146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622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contexte, problematique, solution et planification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056813-2594-49B1-AD19-E9C4F935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28950"/>
            <a:ext cx="802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541782-241F-4CCA-9882-3B9FCF61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B46EA-CA78-4EF3-960D-30939A90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8F0E45-A5FF-4EB0-B476-50C5C7F5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861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Chapitre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C1485B-3F46-4F86-A35F-0F795089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71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analyse, besoins, regles et conception NoSQL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9664F0-0C24-4BAA-8220-B3A80569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38550"/>
            <a:ext cx="802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553F7D-06F9-474C-9348-CF7509EE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445EAC-F156-4CF4-B46A-BD014535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B46270-AB1F-4D9A-80D2-43CB55F3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95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Chapitre 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8F16C0-A36D-480E-AD9D-78A7221F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814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architecture, technologies et environnement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572CE1-98D7-42A7-9711-6EE9C64D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48150"/>
            <a:ext cx="802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B8D661-CCFA-41C4-A236-664C5E66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7E5969-95EA-46D4-9BC0-42BCF53E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007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894E40-35CA-41D6-9E08-60773C82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053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Chapitre 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1EE02F-455E-43C8-8812-A06CB3EB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91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mise en oeuvre, tests et ameliorations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9F2FF3-044D-42FF-9896-29364434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57750"/>
            <a:ext cx="802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A0E93F-2BB5-45BA-87AD-A0D78AF4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33F517-A7FD-42EE-AC56-9107621E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967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C3EF2F-2379-42BA-AF60-C6CEFFFC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14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B8BB0A-CAE9-4289-BBAF-5FCEFB89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006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bilan, references et perspectives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A90E0D-E7AF-4117-AA94-00CBD4D4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467350"/>
            <a:ext cx="802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87934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2CA8EC-80B1-4205-AB9B-B9EF256C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4F98F-E551-4FFC-9F18-8EDF137B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BBBFC-9F35-491D-9C82-927AC5A2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EMSI PassionMatch - PFA Developpement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3E816-1899-4BD4-AD0C-C674DE0A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2865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96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06841-1EDC-4CF6-A1F4-8A5797FB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203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21C4CA6-943E-4FE8-9003-1C2D2830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ACB01D9-3BC1-4C5F-9612-EA7A267A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INTRODUCTION GENERALE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945BA-E029-4D0C-BB11-1DFF3E11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rPr>
              <a:t>L'orientation devient plus simple quand l'utilisateur interagit avec son propre profil.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F8565-B39F-4790-B6CF-CE5ED200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9527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6806C-B2D8-4D7F-86D4-915295E8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476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EE4DE-0EF0-4BAA-B6BE-55EF5AB3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Idee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4D559-5C54-4583-9680-F8DA16A0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26098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Transformer le choix de filiere en parcours mobile interactif: questions, score, recommandation et accompagnement.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ED5E8-C90B-4D57-BE8F-7458D3A8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71700"/>
            <a:ext cx="29527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F2D21-D0D8-4DA9-92AA-FD481409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71700"/>
            <a:ext cx="476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64CE9-0127-4344-851F-464EF514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050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9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9A2E"/>
                </a:solidFill>
                <a:latin typeface="Aptos"/>
                <a:ea typeface="Aptos"/>
                <a:cs typeface="Aptos"/>
              </a:rPr>
              <a:t>Objectif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7A3DF-B4FF-42DC-933D-66B4A4CE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28900"/>
            <a:ext cx="26098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Aider un candidat ou etudiant EMSI a identifier la filiere qui correspond le mieux a ses preferences.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1C480-54C2-4D1C-8B01-AA7D8FF3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71700"/>
            <a:ext cx="29527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0A08E-B296-42D6-A750-6549747D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71700"/>
            <a:ext cx="476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9D10AD-B6BF-46B0-8BE5-6D9F3334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050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Valeur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D130AD-6BDC-4946-AC7A-01636F6C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28900"/>
            <a:ext cx="26098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Relier interface mobile, donnees backend et assistant IA pour obtenir une experience complete.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FA2855-7E55-4B26-8F9C-732DF311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Message de depart: l'application ne remplace pas le conseil humain, elle fournit une premiere lecture claire du profil d'orientation.</a:t>
            </a:r>
          </a:p>
        </p:txBody>
      </p:sp>
    </p:spTree>
    <p:extLst>
      <p:ext uri="{BB962C8B-B14F-4D97-AF65-F5344CB8AC3E}">
        <p14:creationId xmlns:p14="http://schemas.microsoft.com/office/powerpoint/2010/main" val="10325758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3A1C11-BAA4-40CB-9684-7148B60B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EA841-1232-4813-A28C-CAA356B6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0525A-A23C-4F24-B93C-F3D9CB90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EMSI PassionMatch - PFA Developpement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DE61A-EF9D-45D3-A2FB-8BF380E7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2865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96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3BFA3-B086-42FF-B6A3-81991F07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203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3A4B195-8C20-4FBE-8409-C0062CA5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3B75BB7-9E04-45B4-ADDA-5299D690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CHAPITRE 1 - CONTEXTE GENERAL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B49DF-4232-4BCB-A6F4-EA257CDE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rPr>
              <a:t>Le probleme: les filieres sont connues par leurs noms, mais pas toujours par leurs profils.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3A378-AF5D-4EA1-ACDF-2D155AF4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91FEB-5D20-4A48-8F04-8C5E3620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2857B1-FB72-4073-992D-ED5CC071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4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4A4A"/>
                </a:solidFill>
                <a:latin typeface="Aptos"/>
                <a:ea typeface="Aptos"/>
                <a:cs typeface="Aptos"/>
              </a:rPr>
              <a:t>Problematique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287A3-A159-4BA1-904A-8648DCB8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28003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Comment aider l'utilisateur a identifier une filiere EMSI adaptee a ses centres d'interet et conserver son resultat 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25A43-5E64-4AC0-B4C2-E19637F9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907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2A3B8-4593-4EBC-B663-3E030C5D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9075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D6C5C-0C04-4551-91C7-CB560A46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Solution proposee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02F2E-F2ED-41F5-8D13-6E15DAA0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28003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Un quiz dynamique relie a MongoDB, un score radar, un chatbot EMSI et des fonctions mobiles avancees.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FE9D3-CD0F-410F-A2D5-1484F9EF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D25778-E7A5-4B34-A747-DC3909BA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C824E3-7F93-4997-A58E-0BA5A367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9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9A2E"/>
                </a:solidFill>
                <a:latin typeface="Aptos"/>
                <a:ea typeface="Aptos"/>
                <a:cs typeface="Aptos"/>
              </a:rPr>
              <a:t>Methodologie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14BFB-D37C-4F7F-8BAE-0C15AC56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28003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Demarche iterative: ecrans Android, backend, IA, GPS/Maps, camera, micro, tests et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3551604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15B9A1-FD8D-4630-8F47-D2CA3B87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85654-BAC3-4793-8D28-4E2A1DFC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B3EE6-32B1-4390-A7E2-B7AC2880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EMSI PassionMatch - PFA Developpement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D5B59-5280-4DF8-AA19-B13FE044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2865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96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8FE66-7C8D-4207-BFF0-829CF562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203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B057EDC-A5F3-4D98-A958-D78602B3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BB142AE-C07B-4DB6-AFBF-FEEB0B44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CHAPITRE 1 - PLANIFICATION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F97B2-E6AD-47C7-89B5-47E58ABB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rPr>
              <a:t>Le projet avance par increments: cadrer, concevoir, developper, enrichir, tester.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EE0C7-74A8-4B54-998D-2467B7B2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F8C50-A437-46D4-B123-71467769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S1 Cadrage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0BD90-5798-4FEE-BE40-E412A9D4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622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B0C4B-52FF-4C0F-88EC-799AC434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28875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S2 UML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A7D75-E9AA-46C5-930B-0D4B4BDB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622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A5399-0AD1-4A18-B9EC-81E592EB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28875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S3 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223C6-7508-4663-8281-FC428E48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622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329A3-E5EB-49B1-9F80-52FCDD68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S4 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C714DA-53FC-4D84-92CF-2E088BE9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622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00E3F9-919D-43A4-853D-DEA2EF0A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28875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9A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A2E"/>
                </a:solidFill>
                <a:latin typeface="Aptos"/>
                <a:ea typeface="Aptos"/>
                <a:cs typeface="Aptos"/>
              </a:rPr>
              <a:t>S5 IA/mobile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8280D-CF8C-44FF-8C5F-95A15B64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622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7BC1B9-D094-45E2-B35F-CD7F913A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28875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9A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A2E"/>
                </a:solidFill>
                <a:latin typeface="Aptos"/>
                <a:ea typeface="Aptos"/>
                <a:cs typeface="Aptos"/>
              </a:rPr>
              <a:t>S6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DDB226-ECE4-4A75-A503-CCA58F47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14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E964AA-988E-4B4C-AD86-BD17D789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6697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CDFC84-10E2-47CB-97CA-FF844614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14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A774CD-D182-4D59-9889-85AA1723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6697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86C964-DDA1-4094-A86F-CE434AEC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14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FCF0D1-8076-44AE-AEE5-CD149F87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6697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61B901-B31E-4BDE-A01F-E40FBDE4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14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5B5C2A-549F-4654-86DF-EFA0F13B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6697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760DC0-D228-4D48-8D11-1008953C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14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7706A9-0D14-4AEE-86D4-77C04E85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6697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29E415-DD77-4D73-8A9D-7DD72C03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Les risques principaux sont l'indisponibilite reseau, l'absence d'Ollama, les permissions Android et les changements d'adresse IP du PC pendant la demonstration.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227442-DC3A-46C8-B694-1C052EAF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07A3D"/>
                </a:solidFill>
                <a:latin typeface="Aptos"/>
                <a:ea typeface="Aptos"/>
                <a:cs typeface="Aptos"/>
              </a:rPr>
              <a:t>Mesure: script de lancement local, configuration Gradle, fallback API, ADB reverse et tests manuels avant soutenance.</a:t>
            </a:r>
          </a:p>
        </p:txBody>
      </p:sp>
    </p:spTree>
    <p:extLst>
      <p:ext uri="{BB962C8B-B14F-4D97-AF65-F5344CB8AC3E}">
        <p14:creationId xmlns:p14="http://schemas.microsoft.com/office/powerpoint/2010/main" val="13883703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AB4E98-7FB5-4728-B648-6BB8A8A7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B1CE5-6CB9-4229-94AD-22BA0A04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439EC-6046-49D3-B0B9-BBA033B7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EMSI PassionMatch - PFA Developpement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D7E28-D654-47E3-A351-F524B5C5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2865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96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9F398-38B2-4576-8E39-F7EAAB9C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203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46793C1-390D-43E3-AD8A-35CC6295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008A0CC-5E28-412B-B1DD-B35BD64E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CHAPITRE 2 - ETUDE FONCTIONNELLE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079E4-EC72-473B-BF49-F121FFBE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rPr>
              <a:t>Les acteurs montrent que l'application orchestre plusieurs services autour de l'utilisateur.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A8D1E-99FC-45A6-96C6-306402AB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381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DF29A-3FFF-4728-AC34-66E337F6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76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74277-43FB-4426-8979-69D90DA3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Utilisateur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3534E-F6B3-4C7B-AAF6-AA6496C7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038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Creer un compte, passer le quiz, consulter le score, poser une question et localiser un campus.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F9099-04B7-4CA5-94D2-162ADF34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2381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28EC9-D2AC-4BDC-8194-079E2833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476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0222BC-9211-4A20-84CC-678CB28E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288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9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9A2E"/>
                </a:solidFill>
                <a:latin typeface="Aptos"/>
                <a:ea typeface="Aptos"/>
                <a:cs typeface="Aptos"/>
              </a:rPr>
              <a:t>API Express/MongoDB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29887-585B-442D-BF51-0D98CD70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52700"/>
            <a:ext cx="2038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Authentifier, fournir les questions, sauvegarder et restituer les scores.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89F778-5FA2-4EAD-B89A-3D8467DD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2381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76A58-6BAB-4897-A8D7-27128FFA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476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144DB1-05FB-49BC-A143-2A1DC09D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288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Ollama 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6BCD3-6A7D-4D22-AC50-80AC6625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52700"/>
            <a:ext cx="2038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Generer des reponses en francais centrees sur EMSI et l'orientation.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E459C9-2DBF-4A02-B60B-785D887E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95500"/>
            <a:ext cx="2381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3523F-C352-464C-94CE-7B9284F0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95500"/>
            <a:ext cx="476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F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330D7E-E60A-47CE-9644-8F1B3261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8F4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A8F4B"/>
                </a:solidFill>
                <a:latin typeface="Aptos"/>
                <a:ea typeface="Aptos"/>
                <a:cs typeface="Aptos"/>
              </a:rPr>
              <a:t>Services Android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49E80-1AC2-43E8-A58B-C2DBBF48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52700"/>
            <a:ext cx="2038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Camera, galerie, micro, GPS, reseau et ouverture Google Maps.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555AA5-5BBD-4EEA-9788-A40BA73B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Besoins cles: inscription, connexion, quiz dynamique, score, sauvegarde, dernier score, chatbot, micro, GPS/Maps et photo de profil.</a:t>
            </a:r>
          </a:p>
        </p:txBody>
      </p:sp>
    </p:spTree>
    <p:extLst>
      <p:ext uri="{BB962C8B-B14F-4D97-AF65-F5344CB8AC3E}">
        <p14:creationId xmlns:p14="http://schemas.microsoft.com/office/powerpoint/2010/main" val="20709084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29334D-CF45-4B09-AAE2-0C4D3E0C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DCA22-5210-4454-820C-8DCC2745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CB66D-BF62-4DE7-8CC7-E026D8C0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EMSI PassionMatch - PFA Developpement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8FEEF-41CC-426B-B483-AB798536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2865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9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387C5-C711-4885-8866-6818D743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203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3AE262D-1110-4E71-BD64-41529625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F483E58-C440-4717-8323-F9A817CF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CHAPITRE 2 - CAS D'UTILISATION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59883-70DA-4B5C-A39F-F5F8C4C6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rPr>
              <a:t>Le cas d'utilisation garde l'utilisateur au centre: compte, quiz, score, assistance et campus.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766A4-F63D-4B90-ABEE-07441DC3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5905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1ce5f9fd4479e"/>
          <a:stretch xmlns:a="http://schemas.openxmlformats.org/drawingml/2006/main"/>
        </p:blipFill>
        <p:spPr>
          <a:xfrm xmlns:a="http://schemas.openxmlformats.org/drawingml/2006/main">
            <a:off x="1079126" y="2019300"/>
            <a:ext cx="5042647" cy="3429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C51B5-5B89-4599-8706-64254DF9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5676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Diagramme de cas d'utilisation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4BD4E-4C88-4D4B-81C3-FFB909D5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7170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58363-9F2F-478F-8AEE-0293B892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717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10608E-A45B-4474-A0B0-A0E069C5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0505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4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4A4A"/>
                </a:solidFill>
                <a:latin typeface="Aptos"/>
                <a:ea typeface="Aptos"/>
                <a:cs typeface="Aptos"/>
              </a:rPr>
              <a:t>Aucune classe UML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C594F8-4E55-4082-971A-A872DF19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28900"/>
            <a:ext cx="3086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Le backend utilise MongoDB/NoSQL: on privilegie le modele de donnees NoSQL, les cas et les sequences.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04C83-5E2C-4E8E-A538-6EE4129B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E2888-B63A-4655-B8A1-82C319FE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5625C-56F6-4B6B-85EA-2DF54E42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671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Regles de gestion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7B268-C1CF-4BB1-A63F-ABBB41B6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90950"/>
            <a:ext cx="3086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Une option correspond a une filiere; le score final determine la recommandation.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C5EC3F-0D51-4083-8CC6-2227184B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9580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B24006-DB7A-4052-A326-185CAE2A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95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25D1FD-01E3-423F-9626-997EB550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2915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9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9A2E"/>
                </a:solidFill>
                <a:latin typeface="Aptos"/>
                <a:ea typeface="Aptos"/>
                <a:cs typeface="Aptos"/>
              </a:rPr>
              <a:t>Permissions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B57B8-6130-41AF-86F0-E20FEA7F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53000"/>
            <a:ext cx="3086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GPS, micro et camera ne sont utilises qu'apres accord de l'utilisateur.</a:t>
            </a:r>
          </a:p>
        </p:txBody>
      </p:sp>
    </p:spTree>
    <p:extLst>
      <p:ext uri="{BB962C8B-B14F-4D97-AF65-F5344CB8AC3E}">
        <p14:creationId xmlns:p14="http://schemas.microsoft.com/office/powerpoint/2010/main" val="7413680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AC6BC2-278B-420A-935A-C7CFFC10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FAA9F-97E2-4D36-87BE-7038FC9D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3821B-F1B3-47CC-8D64-ED576FA1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EMSI PassionMatch - PFA Developpement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8721D-F234-45E2-93AD-C919B7CB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2865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96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8C511-0093-4685-84BE-0E8C198B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203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E1AA8ED-4657-4DC6-AD08-4247D2E4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B186143-30F9-4AF0-980D-BDD537BB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CHAPITRE 2 - MODELE NOSQL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0F71D-682D-48B7-86CF-50C69887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rPr>
              <a:t>MongoDB permet de garder un modele souple: users, questions/options et scores.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3A15D-39D8-459F-AD6F-17479181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266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CB519-7852-4EFC-BFDC-64F431EF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89F22-7998-4D65-A37D-56274223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E58F0-A10E-4EE0-B73D-D6C12480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23241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id</a:t>
            </a:r>
          </a:p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name</a:t>
            </a:r>
          </a:p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email</a:t>
            </a:r>
          </a:p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school</a:t>
            </a:r>
          </a:p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token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F73B7-0EC9-4755-A7ED-1AADADD8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266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EFA6F-2FD7-4BF3-9EE2-4E16D94E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C5EC5E-9060-44EA-842C-DC30F069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241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9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9A2E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885D9-62C4-40ED-A533-19BEF76C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47950"/>
            <a:ext cx="23241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question_id</a:t>
            </a:r>
          </a:p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question_text</a:t>
            </a:r>
          </a:p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order_index</a:t>
            </a:r>
          </a:p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options[]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C012B-940A-42A4-B037-DFF5EBCD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90750"/>
            <a:ext cx="266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F5614-B49A-4DDA-AE32-05C5B450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9075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D519CC-9E07-41C2-B43C-AE867DB7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241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scores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CEA57-F91D-4579-96C9-637A858D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47950"/>
            <a:ext cx="23241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user_id</a:t>
            </a:r>
          </a:p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score_iir</a:t>
            </a:r>
          </a:p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score_iaii</a:t>
            </a:r>
          </a:p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score_gesi</a:t>
            </a:r>
          </a:p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created_at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9B4D9C-46C6-49F5-B61F-66E42525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Le choix NoSQL est coherent avec le quiz dynamique: les options peuvent evoluer sans modifier la structure de toutes les pages Android.</a:t>
            </a:r>
          </a:p>
        </p:txBody>
      </p:sp>
    </p:spTree>
    <p:extLst>
      <p:ext uri="{BB962C8B-B14F-4D97-AF65-F5344CB8AC3E}">
        <p14:creationId xmlns:p14="http://schemas.microsoft.com/office/powerpoint/2010/main" val="4644504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86611C-A73C-4121-8B66-B75AF724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C2878-CB37-4935-9615-ED22B592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3C982-129C-43A6-B551-32C9CFE3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EMSI PassionMatch - PFA Developpement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CBB42-D885-4D0C-A94A-2208DA97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2865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96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D883B-FD6F-47CA-AB55-BBB2DB9B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203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97CD469-160D-4092-9AC4-37C6E11E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9031AA9-800C-418B-BBB1-7DFC1432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CHAPITRE 2 - SEQUENCES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7F8D2-D0D4-4295-A65A-7D836C16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rPr>
              <a:t>Les sequences expliquent les deux flux critiques: quiz dynamique et chatbot 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69C21-C7AC-41F7-845D-F0A02BF4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e4254597c433d"/>
          <a:stretch xmlns:a="http://schemas.openxmlformats.org/drawingml/2006/main"/>
        </p:blipFill>
        <p:spPr>
          <a:xfrm xmlns:a="http://schemas.openxmlformats.org/drawingml/2006/main">
            <a:off x="723900" y="2412788"/>
            <a:ext cx="4610100" cy="2356273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76F7C-0B5F-4BE8-A5F2-D4FCFDDB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453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Sequence quiz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3FF94-0537-453D-9E6F-0B0D10CB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3835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351828c6142f9"/>
          <a:stretch xmlns:a="http://schemas.openxmlformats.org/drawingml/2006/main"/>
        </p:blipFill>
        <p:spPr>
          <a:xfrm xmlns:a="http://schemas.openxmlformats.org/drawingml/2006/main">
            <a:off x="5962650" y="2412788"/>
            <a:ext cx="4610100" cy="2356273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A38C2-ED6E-4EFC-AE0C-16E9A7FA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67300"/>
            <a:ext cx="453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Sequence chatbot</a:t>
            </a:r>
          </a:p>
        </p:txBody>
      </p:sp>
    </p:spTree>
    <p:extLst>
      <p:ext uri="{BB962C8B-B14F-4D97-AF65-F5344CB8AC3E}">
        <p14:creationId xmlns:p14="http://schemas.microsoft.com/office/powerpoint/2010/main" val="1410551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DF7A5E-8152-4B49-9382-77108FEA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06A02-35DA-4ABC-8B11-417C0615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41DA6-D3E6-4FBA-8D36-CC24C1F7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EMSI PassionMatch - PFA Developpement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9CD49-D1B6-4685-9FC6-26254833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2865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96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90BDC-D4D3-441B-8424-FBD34097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203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BAB6F9E-BAAF-40CB-93AA-FB3B8E20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1D77073-8821-49A1-9BA8-56597D5B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CHAPITRE 3 - ETUDE TECHNIQUE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4C4A1-52F7-4B13-B9B4-A73854DC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rPr>
              <a:t>L'architecture separe l'interface Android, l'API NoSQL et le service IA local.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1E55C-B92F-43B3-9BC8-1EC70224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476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08C54-890E-4166-A01D-B8B62394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7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6CC9D-9B35-4637-BB02-791CED66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Android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8F621-7027-4E7C-91F2-42A3FA3B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2133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Java/Kotlin</a:t>
            </a:r>
          </a:p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Layouts XML</a:t>
            </a:r>
          </a:p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Permissions</a:t>
            </a:r>
          </a:p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MPAndroidChart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383DD-CBCB-4045-B2E1-5C350BF5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2476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1A92D-C189-4DFE-84C4-CFB45A3E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47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AF5B2-F1F4-45A2-BEE4-1875E337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003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9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9A2E"/>
                </a:solidFill>
                <a:latin typeface="Aptos"/>
                <a:ea typeface="Aptos"/>
                <a:cs typeface="Aptos"/>
              </a:rPr>
              <a:t>Express + MongoDB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19D4EB-65A4-483F-95D0-AF066D7E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24150"/>
            <a:ext cx="2133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JWT</a:t>
            </a:r>
          </a:p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Questions</a:t>
            </a:r>
          </a:p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Scores</a:t>
            </a:r>
          </a:p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Dernier resultat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3A77F-F0C2-4EA9-9324-31AACE32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2476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DB3AF-03D9-420C-93E8-30D77CD3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7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CFE7E-9328-48D6-A2A3-4BD50F47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03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Ollama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F5970A-C83E-4791-9D8C-BBB41138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24150"/>
            <a:ext cx="2133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Chat completions</a:t>
            </a:r>
          </a:p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llama3.2</a:t>
            </a:r>
          </a:p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Assistant EMSI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9EF2D-FA65-4F5C-8A9B-710090F3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895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Retrofit et OkHttp structurent les appels reseau. Gradle centralise les URL backend/Ollama et fournit une tache ADB reverse pour les tests sur telephone.</a:t>
            </a:r>
          </a:p>
        </p:txBody>
      </p:sp>
    </p:spTree>
    <p:extLst>
      <p:ext uri="{BB962C8B-B14F-4D97-AF65-F5344CB8AC3E}">
        <p14:creationId xmlns:p14="http://schemas.microsoft.com/office/powerpoint/2010/main" val="13420740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AE8B81-9904-4BB7-915B-DB204BB7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86C0D-19AE-42D5-815F-3D8EF5DF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1749B-8803-4D07-A41D-4FEF3A27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EMSI PassionMatch - PFA Developpement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3072C-C68E-4F1B-8936-0E1F0573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2865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96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E32DB-2683-4ADD-B475-1ACEEFAE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203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C3C2BB5-C5D5-43DA-BC64-4267110F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75909C2-01C9-4659-9B5C-EC160FC3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CHAPITRE 3 - ENVIRONNEMENT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78A7A-93EF-4966-A156-7F9EEBCF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rPr>
              <a:t>Le projet est pret pour une demonstration locale: backend, MongoDB, Ollama et Android Studio.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0A0C5-2493-4F21-BCB7-5EC1E568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B3432-2E17-41FC-AFDB-AE4B57D7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36267-3CC8-473B-AAD7-6E5072FE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Lancement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300479-978F-4112-B3E2-E32D3096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26098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lancer_projet_local.bat demarre MongoDB, Ollama et le serveur Node/Express sur le port 3000.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D38CA-237F-4406-9AB6-5F560D66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7645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440F3E-928F-43E4-AE1C-6D85EE4D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764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6CBED-A8BC-4BCE-9BBF-ACCF4740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098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9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9A2E"/>
                </a:solidFill>
                <a:latin typeface="Aptos"/>
                <a:ea typeface="Aptos"/>
                <a:cs typeface="Aptos"/>
              </a:rPr>
              <a:t>Configuration reseau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C1C62-1741-483F-B30F-0B54FF49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33650"/>
            <a:ext cx="26098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gradle.properties contient apiBaseUrl, mongoApiPort, ollamaLanBaseUrl et ollamaPort.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55FDF-CBD4-4645-B20F-861FC458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7645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4BDAA0-D41D-4E76-BE39-70EAFC59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764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543165-DDA4-4930-8C05-E1E26CB6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098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Tests telephone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DB4BFC-1C67-4A82-ADD2-DC2CF359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33650"/>
            <a:ext cx="26098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ADB reverse permet d'utiliser 127.0.0.1 depuis un telephone connecte en USB.</a:t>
            </a:r>
          </a:p>
        </p:txBody>
      </p:sp>
    </p:spTree>
    <p:extLst>
      <p:ext uri="{BB962C8B-B14F-4D97-AF65-F5344CB8AC3E}">
        <p14:creationId xmlns:p14="http://schemas.microsoft.com/office/powerpoint/2010/main" val="59910112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E60F00-F161-4013-8F87-8CDC8529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33803-33BE-4EAB-A6C1-47A27EB9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D033B-7D82-4933-80D2-2EDBF696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EMSI PassionMatch - PFA Developpement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96798-B429-4AB9-B81C-73C66B60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2865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96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08BAE-C4FD-4521-BE7F-4D802260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203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51176D4-CA1C-4DCF-A7B1-56369285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B39038F-05F8-4339-B9AE-26D1F9E1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CHAPITRE 4 - REALISATION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2A26B-3AFB-4B3F-A0D0-CE94D88D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rPr>
              <a:t>La realisation commence par l'identite utilisateur: connexion, inscription, campus et photo.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B85D2-09CA-4FE9-9E41-104329B8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45c596fcc4a79"/>
          <a:stretch xmlns:a="http://schemas.openxmlformats.org/drawingml/2006/main"/>
        </p:blipFill>
        <p:spPr>
          <a:xfrm xmlns:a="http://schemas.openxmlformats.org/drawingml/2006/main">
            <a:off x="1666100" y="2076450"/>
            <a:ext cx="3106701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1F69E-0535-4E7C-B9A8-CAEE4F1A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472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Connexion et inscription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4CA15-66E8-4790-A74D-D1C49A9E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42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F5227-1DFC-4C70-B55E-8EE5A28F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053D4D-2EAB-4442-A6ED-BFAFD802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Connexion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CD006-0F85-4336-9362-5D4CF266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05100"/>
            <a:ext cx="3086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Validation des champs, appel /api/auth/login et redirection selon le dernier score.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CEA18-D1FA-436D-8D7B-AF9E37AC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342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77AFD5-854A-4C73-AC3F-E6663F50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CDD8FF-48CD-4C4C-963B-3BC524F6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0045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9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9A2E"/>
                </a:solidFill>
                <a:latin typeface="Aptos"/>
                <a:ea typeface="Aptos"/>
                <a:cs typeface="Aptos"/>
              </a:rPr>
              <a:t>Inscription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3ED46-D43B-4A0B-B6A5-89F637E6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3086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Nom, email, mot de passe, campus et photo de profil via camera/galerie.</a:t>
            </a:r>
          </a:p>
        </p:txBody>
      </p:sp>
    </p:spTree>
    <p:extLst>
      <p:ext uri="{BB962C8B-B14F-4D97-AF65-F5344CB8AC3E}">
        <p14:creationId xmlns:p14="http://schemas.microsoft.com/office/powerpoint/2010/main" val="101331907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310F08-0C51-4A79-BC5A-88D06B8E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46441-B068-4950-9757-815B5FAD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B4DD5-DCA7-42FE-8EDD-46089F5C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EMSI PassionMatch - PFA Developpement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5B5D6-F3E1-4337-BE93-FDB1C2A8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2865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96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D51D1-19A5-4074-AF78-529F2356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203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BF786A5-14BD-494F-8BE3-84D3862E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3862F8-847B-4B2B-92D7-8FCB5CCD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CHAPITRE 4 - QUIZ ET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971FA-D2F3-480D-BE30-F418C77B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rPr>
              <a:t>Le coeur de l'application: calculer une recommandation lisible et sauvegardee.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0B59C-0255-4BD1-BB82-6B33DEC0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ab1e97ca14408"/>
          <a:stretch xmlns:a="http://schemas.openxmlformats.org/drawingml/2006/main"/>
        </p:blipFill>
        <p:spPr>
          <a:xfrm xmlns:a="http://schemas.openxmlformats.org/drawingml/2006/main">
            <a:off x="1105011" y="2095500"/>
            <a:ext cx="4495578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FF996-6F90-40CF-BD3A-99A1E375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510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Quiz, score et assistant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6197B-DDDE-4D98-8A29-778ABAAB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342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70B79-B367-4102-A270-F5BD9E47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9D659-5DA4-45C0-8493-0BDEF275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Quiz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38B0D1-B1A3-4AD0-B627-3E07149A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308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Questions chargees depuis MongoDB; chaque option pointe vers une filiere.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E4544-A4FD-40C1-9BCC-47511C1A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342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6D7906-0BA4-4B78-BD96-E098DA7B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2CF52-BF38-472D-9D43-963F8A53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052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9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9A2E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3095A-5F10-430F-9D30-C8248B66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308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Filiere recommandee, progress bars, radar chart et sauvegarde du resultat.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36688A-ACA1-49C0-BF75-B17EE2D7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997617-679D-4816-941B-CB3FDCDE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866865-96F1-4C14-AA88-A998C86B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6725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GPS/Maps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37A088-2643-470A-8508-3D778726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91100"/>
            <a:ext cx="308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Recherche du campus EMSI le plus proche puis ouverture dans Maps.</a:t>
            </a:r>
          </a:p>
        </p:txBody>
      </p:sp>
    </p:spTree>
    <p:extLst>
      <p:ext uri="{BB962C8B-B14F-4D97-AF65-F5344CB8AC3E}">
        <p14:creationId xmlns:p14="http://schemas.microsoft.com/office/powerpoint/2010/main" val="133365033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190EDC-4D5C-466D-8AFA-8C932A6E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6803C-2DBD-44F6-A4BD-E30DE4EF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C07AB-84E6-4F19-9DD5-18936E3A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EMSI PassionMatch - PFA Developpement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2583D-17A2-4B6C-8319-67E75198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2865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96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14E41-9554-45A4-B573-BD19EB06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203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9FBA7AD-BF78-47EA-BBF2-724A21D4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2999674-87F0-4932-9E42-4027B8CF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CHAPITRE 4 - ASSISTANT ET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67C49-9149-4589-AD00-965D1904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rPr>
              <a:t>Le chatbot ajoute une couche d'accompagnement: texte, voix, contexte et IA locale.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E9FA6-BA4C-41DB-BFEE-832CCE90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2857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05728f3054a58"/>
          <a:stretch xmlns:a="http://schemas.openxmlformats.org/drawingml/2006/main"/>
        </p:blipFill>
        <p:spPr>
          <a:xfrm xmlns:a="http://schemas.openxmlformats.org/drawingml/2006/main">
            <a:off x="1673225" y="2133600"/>
            <a:ext cx="160655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AEAB9-42E6-4869-B34D-6FC0A4FC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76850"/>
            <a:ext cx="2628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Chatbot EMSI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6C1B2-4476-492E-B757-8E97433C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87AE2-36BC-40E6-B797-5D1EB019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34C19-2A8D-4B5B-8A51-5047E2DD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Assistant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BAEC1-D221-4DAD-9045-2E81693A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95550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Reponses en francais sur EMSI, campus, filieres, inscription et vie etudiante.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FC1CF3-B3A9-4B9D-8AE4-C4B9FCBB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6230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77E75-77F8-40DE-A02A-3F73C003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623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53986-01D1-4316-AAB7-270A6B4B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9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9A2E"/>
                </a:solidFill>
                <a:latin typeface="Aptos"/>
                <a:ea typeface="Aptos"/>
                <a:cs typeface="Aptos"/>
              </a:rPr>
              <a:t>Micro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D4E09-A4D8-4338-B201-7002150E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19500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SpeechRecognizer transforme la question vocale en texte envoye au chatbot.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44FA5-B9CE-445C-A8C0-51E6E236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8625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C424B-C353-4980-B04C-E5D59A13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862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680C4C-48BA-4EDE-A3A7-1367F177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196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F0C990-A2B6-45E9-9268-DAE4E408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43450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Connexion, inscription, quiz, sauvegarde score, Ollama, GPS, micro et erreurs reseau.</a:t>
            </a:r>
          </a:p>
        </p:txBody>
      </p:sp>
    </p:spTree>
    <p:extLst>
      <p:ext uri="{BB962C8B-B14F-4D97-AF65-F5344CB8AC3E}">
        <p14:creationId xmlns:p14="http://schemas.microsoft.com/office/powerpoint/2010/main" val="15245797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D00849-84CF-498C-8935-11039D2D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4ACAB-4DE1-4B33-A64B-E4697640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BC636-4402-48BD-8756-2D34C40D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EMSI PassionMatch - PFA Developpement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30267-8225-4DB5-9ABC-13095CBA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2865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963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0F7CF-0E8F-41D8-BD96-0016BEF9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203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C039641-5D75-418A-A86F-997E0F73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203F592-E799-4224-B1C9-D1414FF3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CHAPITRE 4 - DEVOPS ET AMELIORATIONS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E0345-ED6F-425C-8DDC-4BB48224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rPr>
              <a:t>Les cinq ameliorations du bareme sont integrees dans la lecture du projet.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9BF18-6AEC-44F4-BE38-A818B1D8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F07E2-E9AD-4393-8298-CD121CEC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5E7B5-4B22-4FDF-A4F0-0007A7B9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19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EE362-7E24-4D9F-B1E8-AB7759E3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050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API Express/MongoDB pour comptes, questions et scores.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ADF9E-C507-4907-B112-D459E7CA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527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0D0CC-12D7-4D71-9FBA-CE19019D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0FEE8-F1C7-4E2A-AB95-0065274F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08FBAB-93B6-4979-A9DB-F713738C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670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Backend personnel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F5BFE-1728-4BE2-BCF0-D8B873DE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527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Structure extensible vers back-office et roles.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2AAF2D-C680-4B38-82C0-237726C1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004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FF81BC-B5B7-4AB9-8689-9207DEBA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953708-80F6-43B7-B025-F7E2E174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194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A2E36-77E0-408C-87DA-7F14C94D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14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Fonctions avancees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694DB-D3F5-45D0-9803-4B6FF13C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004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GPS/Maps, micro, camera et assistant mobile.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A0C7E4-E8AA-422F-816B-F2EBC0B6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481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8E44E0-FFE4-4B72-930E-4A570D96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EA7331-4DFB-403E-ACF1-E9005602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671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D0534B-F779-404A-A4D3-B88F7388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624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DF3CB0-141B-4A55-8DC6-1D7FEA61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481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Chatbot Ollama; perspective RAG documentaire EMSI.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72BAE1-8C57-4DA0-99A8-C3B4287F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958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520445-8B73-4418-8BA2-6FA12CCA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2D5D3B-7FFA-490B-B67E-D30BCE01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69CBBB-C920-4EAD-A7D4-4E1FE1DD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10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Avatar temps reel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4DCFD9-B565-41C6-AD52-9C27C356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958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Perspective pour rendre l'assistant plus interactif.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C518BA-5AD9-4D8A-80BF-75B6BFE5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435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FF77EC-C24E-4403-90DF-0FE10EE6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816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07A3D"/>
                </a:solidFill>
                <a:latin typeface="Aptos"/>
                <a:ea typeface="Aptos"/>
                <a:cs typeface="Aptos"/>
              </a:rPr>
              <a:t>DevOps: Git/GitHub, Gradle, script de lancement local, tests manuels et preparation de la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59520071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ABB79E-14C9-4DA6-8566-4C05759C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6B65B-DDE8-4D08-A0C0-8C987BAA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D5BC8-4429-4B7A-B1DB-D25C283F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963"/>
                </a:solidFill>
                <a:latin typeface="Aptos"/>
                <a:ea typeface="Aptos"/>
                <a:cs typeface="Aptos"/>
              </a:rPr>
              <a:t>EMSI PassionMatch - PFA Developpement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C0CF5-7D2A-4954-B82B-105D0E64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2865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9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963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B0291-CFAE-4D9C-BA88-EDE37405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4203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A6363EF-4162-4DC9-85A5-4B471CAF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D2A306F-A05F-4086-8620-4D139582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CONCLUSION ET PERSPECTIVES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6973A-DEAE-4BCD-8C88-008799BD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915"/>
                </a:solidFill>
                <a:latin typeface="Aptos Display"/>
                <a:ea typeface="Aptos Display"/>
                <a:cs typeface="Aptos Display"/>
              </a:rPr>
              <a:t>Le PFA demontre une application mobile complete, connectee et evolutive.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56832-B6D1-47F6-B34B-28EA7AB7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94942-073A-4705-9A89-6F354E5E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B96B9-B393-4685-9917-45DF5C8E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Realise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D443B-B283-4FDA-B53A-03FA6ED4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2514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Parcours complet: authentification, quiz dynamique, score radar, MongoDB, chatbot, GPS, camera et micro.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97E20-E3D6-409E-B1EF-C44D77C8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7170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1A890-AD2F-43B8-BD62-34BC737E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717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61610-647E-4D32-A7F1-803E9F12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9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9A2E"/>
                </a:solidFill>
                <a:latin typeface="Aptos"/>
                <a:ea typeface="Aptos"/>
                <a:cs typeface="Aptos"/>
              </a:rPr>
              <a:t>Maitrise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9B57D-3948-4466-940E-4DEA1E5D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28900"/>
            <a:ext cx="2514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Architecture separee, backend NoSQL, appels reseau, permissions Android et preparation de demonstration.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50F55-1DDF-49B0-BCAE-B020AB37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7170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7BD65-74E9-4310-8273-E2E5663F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717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0E02C6-13AE-478F-9D35-1F959526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05050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915"/>
                </a:solidFill>
                <a:latin typeface="Aptos"/>
                <a:ea typeface="Aptos"/>
                <a:cs typeface="Aptos"/>
              </a:rPr>
              <a:t>Perspectives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47EB52-28A3-4C7C-8E88-7BDB2236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28900"/>
            <a:ext cx="2514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Back-office, IA documentaire, historique des scores, statistiques et avatar temps reel.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A66C8-44C9-4479-9245-C74FAF4E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937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C9DC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9894A7-4649-4EFA-AB32-68ECDCCC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91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915"/>
                </a:solidFill>
                <a:latin typeface="Aptos"/>
                <a:ea typeface="Aptos"/>
                <a:cs typeface="Aptos"/>
              </a:rPr>
              <a:t>Message final: EMSI PassionMatch rend l'orientation plus lisible en reliant preferences, donnees et assistance conversationnelle.</a:t>
            </a:r>
          </a:p>
        </p:txBody>
      </p:sp>
    </p:spTree>
    <p:extLst>
      <p:ext uri="{BB962C8B-B14F-4D97-AF65-F5344CB8AC3E}">
        <p14:creationId xmlns:p14="http://schemas.microsoft.com/office/powerpoint/2010/main" val="1187661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2026-05-16T15:47:53.6560000Z</dcterms:created>
  <dcterms:modified xsi:type="dcterms:W3CDTF">2026-05-16T15:47:53.6560000Z</dcterms:modified>
</coreProperties>
</file>